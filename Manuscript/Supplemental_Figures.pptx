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63"/>
    <p:restoredTop sz="94681"/>
  </p:normalViewPr>
  <p:slideViewPr>
    <p:cSldViewPr snapToGrid="0" showGuides="1">
      <p:cViewPr>
        <p:scale>
          <a:sx n="80" d="100"/>
          <a:sy n="80" d="100"/>
        </p:scale>
        <p:origin x="3864" y="63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1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9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4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8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4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3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5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2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4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86ACC-1BFA-504B-82D9-4864115AE021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6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0A5824-5583-9B28-2EAD-C53BB8A0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" y="566487"/>
            <a:ext cx="3261521" cy="3740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38F91B-FE86-60E5-2EBA-0D6AEF44E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582" y="566487"/>
            <a:ext cx="3261521" cy="37598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55ABF6-D4C3-6116-7C0E-8C07DEC09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" y="4767185"/>
            <a:ext cx="3261521" cy="33969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BE6D6E-C6A3-507D-2CE1-027F02658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160" y="4767185"/>
            <a:ext cx="3195943" cy="33969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48B3C2-66FE-EDF4-7B13-BAAEC07E1877}"/>
              </a:ext>
            </a:extLst>
          </p:cNvPr>
          <p:cNvSpPr txBox="1"/>
          <p:nvPr/>
        </p:nvSpPr>
        <p:spPr>
          <a:xfrm>
            <a:off x="47230" y="74750"/>
            <a:ext cx="79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 S1</a:t>
            </a:r>
          </a:p>
        </p:txBody>
      </p:sp>
    </p:spTree>
    <p:extLst>
      <p:ext uri="{BB962C8B-B14F-4D97-AF65-F5344CB8AC3E}">
        <p14:creationId xmlns:p14="http://schemas.microsoft.com/office/powerpoint/2010/main" val="343223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F18761-9D92-4AE5-E3EE-7E906C996E7D}"/>
              </a:ext>
            </a:extLst>
          </p:cNvPr>
          <p:cNvSpPr txBox="1"/>
          <p:nvPr/>
        </p:nvSpPr>
        <p:spPr>
          <a:xfrm>
            <a:off x="47230" y="74750"/>
            <a:ext cx="79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 S2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77D3A-5A52-B571-A122-D2D5A205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48" y="584443"/>
            <a:ext cx="6450932" cy="586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4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46AB-6998-BAA3-1EA8-04ED925E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9901-9AE4-DF82-7CC4-4E65223CFBC8}"/>
              </a:ext>
            </a:extLst>
          </p:cNvPr>
          <p:cNvSpPr txBox="1"/>
          <p:nvPr/>
        </p:nvSpPr>
        <p:spPr>
          <a:xfrm>
            <a:off x="47230" y="49184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47453-0D28-7885-D889-DF65AC2410CB}"/>
              </a:ext>
            </a:extLst>
          </p:cNvPr>
          <p:cNvSpPr txBox="1"/>
          <p:nvPr/>
        </p:nvSpPr>
        <p:spPr>
          <a:xfrm>
            <a:off x="2663736" y="49184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4F5617-2CCC-2BE3-5468-729C9980AF0B}"/>
              </a:ext>
            </a:extLst>
          </p:cNvPr>
          <p:cNvSpPr txBox="1"/>
          <p:nvPr/>
        </p:nvSpPr>
        <p:spPr>
          <a:xfrm>
            <a:off x="534720" y="662087"/>
            <a:ext cx="12907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/>
              <a:t>High resolution </a:t>
            </a:r>
          </a:p>
          <a:p>
            <a:pPr algn="ctr"/>
            <a:r>
              <a:rPr lang="en-US" sz="1100" b="1" dirty="0"/>
              <a:t>Leiden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199C9-3D5B-68E0-C52D-1C036C3BAFA2}"/>
              </a:ext>
            </a:extLst>
          </p:cNvPr>
          <p:cNvSpPr txBox="1"/>
          <p:nvPr/>
        </p:nvSpPr>
        <p:spPr>
          <a:xfrm>
            <a:off x="405678" y="3588386"/>
            <a:ext cx="15488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/>
              <a:t>Dominant annotation</a:t>
            </a:r>
          </a:p>
          <a:p>
            <a:pPr algn="ctr"/>
            <a:r>
              <a:rPr lang="en-US" sz="1100" b="1" dirty="0"/>
              <a:t>across clusters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5CBA73-A4CB-EB20-545F-74369C9CCBB4}"/>
              </a:ext>
            </a:extLst>
          </p:cNvPr>
          <p:cNvCxnSpPr>
            <a:cxnSpLocks/>
          </p:cNvCxnSpPr>
          <p:nvPr/>
        </p:nvCxnSpPr>
        <p:spPr>
          <a:xfrm>
            <a:off x="1157901" y="3480964"/>
            <a:ext cx="0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6CE1D0-FD84-C941-4043-337B037C99A2}"/>
              </a:ext>
            </a:extLst>
          </p:cNvPr>
          <p:cNvSpPr txBox="1"/>
          <p:nvPr/>
        </p:nvSpPr>
        <p:spPr>
          <a:xfrm>
            <a:off x="47230" y="74750"/>
            <a:ext cx="79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 S3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A5ECED-E59A-6838-E7E4-407ADB11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82"/>
          <a:stretch>
            <a:fillRect/>
          </a:stretch>
        </p:blipFill>
        <p:spPr>
          <a:xfrm>
            <a:off x="188997" y="1060704"/>
            <a:ext cx="1966524" cy="23141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C3ECF1-D148-3C16-A489-EE77DD0A1B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91"/>
          <a:stretch>
            <a:fillRect/>
          </a:stretch>
        </p:blipFill>
        <p:spPr>
          <a:xfrm>
            <a:off x="-27432" y="3991524"/>
            <a:ext cx="2359151" cy="21765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737A3F3-057F-963E-64BB-0964B4F19F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5"/>
          <a:stretch>
            <a:fillRect/>
          </a:stretch>
        </p:blipFill>
        <p:spPr>
          <a:xfrm>
            <a:off x="2157984" y="1048914"/>
            <a:ext cx="4610096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3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1251</TotalTime>
  <Words>16</Words>
  <Application>Microsoft Macintosh PowerPoint</Application>
  <PresentationFormat>A4 Paper (210x297 mm)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Gurashi</dc:creator>
  <cp:lastModifiedBy>Kristian Gurashi</cp:lastModifiedBy>
  <cp:revision>2</cp:revision>
  <dcterms:created xsi:type="dcterms:W3CDTF">2025-07-23T14:44:41Z</dcterms:created>
  <dcterms:modified xsi:type="dcterms:W3CDTF">2025-08-13T17:26:56Z</dcterms:modified>
</cp:coreProperties>
</file>